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079" y="0"/>
            <a:ext cx="52388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446"/>
            <a:ext cx="9144000" cy="4619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00" b="1" dirty="0">
                <a:solidFill>
                  <a:srgbClr val="0078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                                                                                MICROSOFT POWER PLATFORM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03858" y="1188765"/>
            <a:ext cx="406717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spcAft>
                <a:spcPts val="1013"/>
              </a:spcAft>
              <a:buNone/>
            </a:pPr>
            <a:r>
              <a:rPr lang="en-US" sz="900" b="1" dirty="0">
                <a:solidFill>
                  <a:srgbClr val="742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 FLOW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03858" y="1503908"/>
            <a:ext cx="4067175" cy="10334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78"/>
              </a:lnSpc>
              <a:spcAft>
                <a:spcPts val="1215"/>
              </a:spcAft>
              <a:buNone/>
            </a:pPr>
            <a:r>
              <a:rPr lang="en-US" sz="34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Dataverse 10% Discount Flow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503858" y="2691668"/>
            <a:ext cx="4067175" cy="8524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2"/>
              </a:lnSpc>
              <a:spcAft>
                <a:spcPts val="1620"/>
              </a:spcAft>
              <a:buNone/>
            </a:pPr>
            <a:r>
              <a:rPr lang="en-US" sz="14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 bulk price updates across every Dataverse record — no manual work required.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1923" y="3844417"/>
            <a:ext cx="276225" cy="142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5"/>
          <p:cNvSpPr/>
          <p:nvPr/>
        </p:nvSpPr>
        <p:spPr>
          <a:xfrm>
            <a:off x="887016" y="3749204"/>
            <a:ext cx="18192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Step-by-step walkthrough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295" y="462409"/>
            <a:ext cx="4295775" cy="468153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7295" y="462409"/>
            <a:ext cx="4295775" cy="468153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0" y="4681091"/>
            <a:ext cx="9144000" cy="461962"/>
          </a:xfrm>
          <a:prstGeom prst="rect">
            <a:avLst/>
          </a:prstGeom>
          <a:solidFill>
            <a:srgbClr val="0078D4">
              <a:alpha val="4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7"/>
          <p:cNvSpPr/>
          <p:nvPr/>
        </p:nvSpPr>
        <p:spPr>
          <a:xfrm>
            <a:off x="456084" y="4819204"/>
            <a:ext cx="18764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Dataverse + Power Automate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46"/>
            <a:ext cx="9144000" cy="46196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681091"/>
            <a:ext cx="9144000" cy="4619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D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79" y="0"/>
            <a:ext cx="52388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295" y="519112"/>
            <a:ext cx="9334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00" b="1" dirty="0">
                <a:solidFill>
                  <a:srgbClr val="7427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3858" y="761554"/>
            <a:ext cx="8181975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6"/>
              </a:lnSpc>
              <a:spcBef>
                <a:spcPts val="486"/>
              </a:spcBef>
              <a:buNone/>
            </a:pPr>
            <a:r>
              <a:rPr lang="en-US" sz="28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Dataverse?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407" y="1302358"/>
            <a:ext cx="366712" cy="1905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4"/>
          <p:cNvSpPr/>
          <p:nvPr/>
        </p:nvSpPr>
        <p:spPr>
          <a:xfrm>
            <a:off x="502407" y="1747540"/>
            <a:ext cx="4024312" cy="1538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9"/>
              </a:lnSpc>
              <a:spcAft>
                <a:spcPts val="1620"/>
              </a:spcAft>
              <a:buNone/>
            </a:pPr>
            <a:r>
              <a:rPr lang="en-US" sz="1500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Microsoft Dataverse is a secure, cloud-based data platform built into the Power Platform — designed to store, manage, and share business data used by your applications and flows.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407" y="3490057"/>
            <a:ext cx="4024312" cy="790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4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Think of it as a structured database that Power Apps and Power Automate connect to natively, without extra configuration.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1534" y="1747875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78D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/>
          <p:nvPr/>
        </p:nvSpPr>
        <p:spPr>
          <a:xfrm>
            <a:off x="5084415" y="1850454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Relational Data Model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84415" y="2102495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Tables, rows, and columns — just like a database, with relationships built in.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91534" y="2716523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742774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5084415" y="2819102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by Design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84415" y="3071143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 control, encryption at rest and in transit.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91534" y="3685170"/>
            <a:ext cx="3795712" cy="857250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BCF2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5084415" y="3787750"/>
            <a:ext cx="3438525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2"/>
              </a:lnSpc>
              <a:spcAft>
                <a:spcPts val="203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Native Power Platform Integration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84415" y="4039791"/>
            <a:ext cx="34385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 out-of-the-box with Power Automate, Power Apps, and Power BI.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125008"/>
            <a:ext cx="9144000" cy="1905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1534" y="1747875"/>
            <a:ext cx="3795712" cy="85725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534" y="2716523"/>
            <a:ext cx="3795712" cy="857250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1534" y="3685170"/>
            <a:ext cx="3795712" cy="85725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470</Words>
  <Application>Microsoft Office PowerPoint</Application>
  <PresentationFormat>On-screen Show (16:9)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monospace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Sandipan Gupta</cp:lastModifiedBy>
  <cp:revision>4</cp:revision>
  <dcterms:created xsi:type="dcterms:W3CDTF">2026-05-11T09:01:20Z</dcterms:created>
  <dcterms:modified xsi:type="dcterms:W3CDTF">2026-05-13T14:12:51Z</dcterms:modified>
</cp:coreProperties>
</file>