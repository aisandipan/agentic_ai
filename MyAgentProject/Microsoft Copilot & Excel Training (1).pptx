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c7aceabb-6ada-4177-9dc9-cfb2d16efc35.fntdata" /><ns0:Relationship Id="rIdFont15" Type="http://schemas.openxmlformats.org/officeDocument/2006/relationships/font" Target="fonts/b0898c72-7ee9-41b8-87dc-87c2bc8d588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46265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73634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APTECH TRAINING DUBAI &amp; SHARJAH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9748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Microsoft Copilot &amp; Advanced Excel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27115"/>
            <a:ext cx="6286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Master prompt engineering, Microsoft 365 AI integration, and intelligent data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1: Prompting Skills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Foundational mechanics for precision AI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What Is a Prompt?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Precise instructions guiding AI behavior, context setting, and response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Prompt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Goal definition paired with relevant data sources and required output formats.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Types &amp;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Zero-shot prompts, few-shot prompting, and iterative refinement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2: Microsoft Copilot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Understanding generative AI integration across enterprise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What Is Copilot?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Your everyday AI companion integrated directly into Microsoft 365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M365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Seamless workflows across Excel, Word, Outlook, Teams, and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Workplace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Eliminate repetitive administrative burdens and accelerate cross-functional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3: Copilot in Excel (Insights &amp; Analysis)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Transforming raw operational metrics into actionable business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Natural Language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Ask questions about sales and finance data without manual filter setups.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Trend &amp; Outlier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Automatically isolate performance spikes, seasonal shifts, and spending anomalies.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Comparative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Execute side-by-side regional evaluations and month-over-month variance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4: Copilot in Excel (Formula Assistance)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Writing, debugging, and explaining complex logic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Natural Language Formulas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Generate advanced nested functions like IF, SUMIFS, and VLOOKUP effortlessly.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Explain &amp; Fix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Instantly translate syntax errors into plain-language corrections and solutions.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Practical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Hands-on practice applying formula assistance directly to workplace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5: Dashboards, Charts &amp; Data 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Finalizing reports and preparing pristine operational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Chart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Let Copilot suggest and build the best data visualizers for your key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Dashboard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Organize summary tables and visual blocks into cohesive executive dashboards.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 Cleanup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Standardize text, remove duplicates, and resolve structural data inconsistencies.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541490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0" y="2278409"/>
            <a:ext cx="3429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ENROLL NOW — DUBAI &amp; SHARJAH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602259"/>
            <a:ext cx="1000125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Accelerate Your Career with AI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6044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Visit </a:t>
            </a:r>
            <a:r>
              <a:rPr b="0" sz="1500" i="0" u="none">
                <a:solidFill>
                  <a:srgbClr val="38BDF8"/>
                </a:solidFill>
                <a:latin typeface="Plus Jakarta Sans"/>
              </a:rPr>
              <a:t>www.aptech.ae</a:t>
            </a:r>
            <a:r>
              <a:rPr b="0" sz="1500" i="0" u="none">
                <a:solidFill>
                  <a:srgbClr val="94A3B8"/>
                </a:solidFill>
                <a:latin typeface="Plus Jakarta Sans"/>
              </a:rPr>
              <a:t> or reach out to Aptech Training Dubai &amp; Sharjah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